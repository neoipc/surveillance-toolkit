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91" d="100"/>
          <a:sy n="191" d="100"/>
        </p:scale>
        <p:origin x="916" y="3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2" d="100"/>
          <a:sy n="122" d="100"/>
        </p:scale>
        <p:origin x="5004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baseline="0">
                <a:solidFill>
                  <a:srgbClr val="0082BA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baseline="0">
          <a:solidFill>
            <a:srgbClr val="F18C2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rgbClr val="0082BA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 baseline="0">
          <a:solidFill>
            <a:srgbClr val="0082BA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 baseline="0">
          <a:solidFill>
            <a:srgbClr val="0082BA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 baseline="0">
          <a:solidFill>
            <a:srgbClr val="0082BA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 baseline="0">
          <a:solidFill>
            <a:srgbClr val="0082BA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tropoli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Bildschirmpräsentation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Metropolis</vt:lpstr>
      <vt:lpstr>Metropolis Semi 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Brar Piening</cp:lastModifiedBy>
  <cp:revision>6</cp:revision>
  <dcterms:created xsi:type="dcterms:W3CDTF">2017-06-05T14:10:58Z</dcterms:created>
  <dcterms:modified xsi:type="dcterms:W3CDTF">2026-01-26T07:50:06Z</dcterms:modified>
</cp:coreProperties>
</file>